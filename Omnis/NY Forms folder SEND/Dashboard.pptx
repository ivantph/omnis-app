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4BDC5-74FE-4527-BBB3-5CC9C9D33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46632-6AF3-422D-90D7-AA7E5D6C6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E6984-EDF7-40C9-909D-296D444F4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BA3A5-662D-4C3E-840E-E0D66B7A775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1DF20-DE38-4458-8D54-EC49702B9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B95F6-0150-4AAE-965A-3FB6DD3A7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452A-C45C-474C-80C3-0445010AA6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61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FA59D-8EED-407C-A6D0-0514D019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EA4E0-53BF-4881-8983-AB20E2E03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119B6-04C1-4B29-A9E2-3A8677072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BA3A5-662D-4C3E-840E-E0D66B7A775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95DF7-D62E-415B-8306-765AC38DD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E2D92-7FC8-4CE2-8182-CCD8D9A40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452A-C45C-474C-80C3-0445010AA6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70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0E6D-50E4-4F02-8271-A80C311A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CB4F2-5E5B-4608-8D4D-E00563EE1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49DC6-A55E-4666-BD61-D0CC48CDA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BA3A5-662D-4C3E-840E-E0D66B7A775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534AA-7808-47F8-88B5-6777052FD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8FAB7-1CBD-4DB8-A599-4857E34C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452A-C45C-474C-80C3-0445010AA6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6918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F8B86-C979-4DCD-AC7B-4A5778601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C69B0-D545-4C75-8899-C9E28D83B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03D51-25C5-4E6D-9B8B-B74D33EF2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BAD13-A4EB-49CE-8C88-D6D2463ED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BA3A5-662D-4C3E-840E-E0D66B7A775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A5DED-B843-4635-8888-C070E349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87096-F936-465C-A912-42E7BE1A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452A-C45C-474C-80C3-0445010AA6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690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09C6-7D57-48F5-ABE8-17D6AD579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93F94-2B08-4B9A-8527-B28668AC6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29B7C-B580-44B2-A506-ECDFAE8D6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131DA2-DFCC-4C35-A98F-BBE4EE4C83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ABA1B1-5EB2-4239-AA20-D5E425465C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B70A12-7240-47B6-9BFF-7EEA8D73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BA3A5-662D-4C3E-840E-E0D66B7A775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107EC0-B235-4D14-96D5-1A838346B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58F91F-4157-422B-92BD-E9A712E2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452A-C45C-474C-80C3-0445010AA6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0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8AFB4-700A-4E33-AF6F-5EFE0A9D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6A7A9-9214-4E5F-B5FC-E736285B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BA3A5-662D-4C3E-840E-E0D66B7A775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CCFE58-11A5-422A-B550-FFF056972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CF2715-84AC-47E3-9DC1-BAA2AC4C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452A-C45C-474C-80C3-0445010AA6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27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F68196-ABE1-4A2C-BC0B-373F6F59D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BA3A5-662D-4C3E-840E-E0D66B7A775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C015CC-8301-4A60-8EB5-C1DC194B6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8D43-9009-443E-932B-B138ED220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452A-C45C-474C-80C3-0445010AA6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65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00CB4-2A9F-4D88-9940-33544087D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C1D23-1618-4C2B-B5DE-C104B6086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98D93-4B15-46A7-BCA5-E6DD82E6C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50F32-5B8E-4C35-B489-6C57A3FB9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BA3A5-662D-4C3E-840E-E0D66B7A775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67D2B-967B-4EA6-A02F-745FD37BB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55967-AC3E-40A1-9283-2E228E1AA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452A-C45C-474C-80C3-0445010AA6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067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B3883-39B6-494D-BDB0-B5A4EBB66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33E686-ACD9-4B65-A0B2-FE7951DD9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362FE-62D0-4C73-B130-075C1BB31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D7BC8-2B23-48CF-8D51-AA7E9E0F7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BA3A5-662D-4C3E-840E-E0D66B7A775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35B1A-EB58-46B9-A46D-F87767AB7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4386F-E165-4D59-8C8E-81478A137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452A-C45C-474C-80C3-0445010AA6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072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86F4-5D55-4FF7-AF11-AD31572B5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6F52F-096C-4076-BA55-D7152C448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B5DB3-D6EE-4A3F-9DC8-71F5EAB9C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BA3A5-662D-4C3E-840E-E0D66B7A775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B4E90-62A4-44C4-9B52-BE43F9638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E5D67-CBE5-43D7-A533-B507E580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452A-C45C-474C-80C3-0445010AA6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4203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573A7-204E-4B5D-B94E-7C94F4F714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1AEC11-24F1-40AC-803D-98AD8C55C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AFB21-C2FC-4B83-911D-DCC0B4429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BA3A5-662D-4C3E-840E-E0D66B7A775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98B48-7D89-40B4-92E3-6ADC72540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3EEFC-6905-4904-A0F2-14778867D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452A-C45C-474C-80C3-0445010AA6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334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8231A6-DBA7-4BC2-8EFB-747E1438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40D20-CA8B-482F-91A7-E4E5B609A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622E6-DB53-4117-B4D0-C73748816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BA3A5-662D-4C3E-840E-E0D66B7A775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A7841-6F98-42C6-8201-F840E1194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F2BA0-1386-41E7-97EA-21F9E23E7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F452A-C45C-474C-80C3-0445010AA6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41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82FEE-BEDB-41D5-BEE0-7B364F51D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Dashboard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ACC40-2AB8-46DE-9381-6134DB579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8DFAE9-B2DE-4834-8F26-A7A92CB28FFF}"/>
              </a:ext>
            </a:extLst>
          </p:cNvPr>
          <p:cNvSpPr/>
          <p:nvPr/>
        </p:nvSpPr>
        <p:spPr>
          <a:xfrm>
            <a:off x="352425" y="1825625"/>
            <a:ext cx="1638300" cy="1603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4E6B5F-F34F-4EF0-825D-1549E5C0D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825" y="5603782"/>
            <a:ext cx="1652159" cy="16216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BFAC59-9EF9-417B-A8D9-850D665D0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826" y="3684960"/>
            <a:ext cx="1652159" cy="1621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5215C2-F3B2-4B7B-AD05-3BEC78356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95" y="3684961"/>
            <a:ext cx="1652159" cy="16216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09629F-6A4F-45CD-BA0E-AB5C37112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826" y="1825625"/>
            <a:ext cx="1652159" cy="16216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612875-28CC-4211-8BA0-AA5A21D21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5562599"/>
            <a:ext cx="1652159" cy="162167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2AFF92C-D0AD-4267-BAD3-2AC7D1CB4F37}"/>
              </a:ext>
            </a:extLst>
          </p:cNvPr>
          <p:cNvSpPr/>
          <p:nvPr/>
        </p:nvSpPr>
        <p:spPr>
          <a:xfrm>
            <a:off x="4343400" y="476250"/>
            <a:ext cx="1652159" cy="61817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E45884-9451-451F-89FA-955541763793}"/>
              </a:ext>
            </a:extLst>
          </p:cNvPr>
          <p:cNvSpPr/>
          <p:nvPr/>
        </p:nvSpPr>
        <p:spPr>
          <a:xfrm>
            <a:off x="6316800" y="476249"/>
            <a:ext cx="1652159" cy="61817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D4A3FE-2A9A-42F5-A30D-AEB7845F0A19}"/>
              </a:ext>
            </a:extLst>
          </p:cNvPr>
          <p:cNvSpPr/>
          <p:nvPr/>
        </p:nvSpPr>
        <p:spPr>
          <a:xfrm>
            <a:off x="8334375" y="476248"/>
            <a:ext cx="1652159" cy="61817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E006B1-7490-4FC4-8934-B718FC368074}"/>
              </a:ext>
            </a:extLst>
          </p:cNvPr>
          <p:cNvSpPr/>
          <p:nvPr/>
        </p:nvSpPr>
        <p:spPr>
          <a:xfrm>
            <a:off x="10351950" y="476247"/>
            <a:ext cx="1652159" cy="618172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2402E6-A23B-4375-A5C8-201D5B914AA4}"/>
              </a:ext>
            </a:extLst>
          </p:cNvPr>
          <p:cNvSpPr txBox="1"/>
          <p:nvPr/>
        </p:nvSpPr>
        <p:spPr>
          <a:xfrm>
            <a:off x="590550" y="1304925"/>
            <a:ext cx="31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Classes here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0FF803-DA7F-4781-9F1B-A05C5F28248F}"/>
              </a:ext>
            </a:extLst>
          </p:cNvPr>
          <p:cNvSpPr txBox="1"/>
          <p:nvPr/>
        </p:nvSpPr>
        <p:spPr>
          <a:xfrm>
            <a:off x="4619625" y="67980"/>
            <a:ext cx="7305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Tabs: Trends for comparison, Long term plans, mid term plans, year group aims……</a:t>
            </a:r>
          </a:p>
        </p:txBody>
      </p:sp>
    </p:spTree>
    <p:extLst>
      <p:ext uri="{BB962C8B-B14F-4D97-AF65-F5344CB8AC3E}">
        <p14:creationId xmlns:p14="http://schemas.microsoft.com/office/powerpoint/2010/main" val="3982705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A545-06C7-4948-B1DE-CF8F5845AB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01BB5-963A-40D2-9349-70297DDDDE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96452-DEC2-4C46-9C01-D380F8359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185862"/>
            <a:ext cx="975360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56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EAD91-F028-4957-8745-92388AFCB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5238-AEED-4DAE-A379-63D0EEA52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E1B605-D522-460E-BDCB-ACAC81BDD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132" y="0"/>
            <a:ext cx="43197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960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B3BAC-1072-4634-8A82-2B51BFBC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FC3E8-CE33-4F26-9911-0E4849387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8CB2AC-77CF-4F64-8823-B69894B55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525" y="-349023"/>
            <a:ext cx="3971925" cy="709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498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Dashboard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</dc:title>
  <dc:creator>Natasha Yardley</dc:creator>
  <cp:lastModifiedBy>Natasha Yardley</cp:lastModifiedBy>
  <cp:revision>1</cp:revision>
  <dcterms:created xsi:type="dcterms:W3CDTF">2026-03-11T16:22:22Z</dcterms:created>
  <dcterms:modified xsi:type="dcterms:W3CDTF">2026-03-11T16:22:26Z</dcterms:modified>
</cp:coreProperties>
</file>